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835370-F854-40A0-8098-089CE28B5304}" type="datetimeFigureOut">
              <a:rPr lang="es-AR" smtClean="0"/>
              <a:t>21/05/2018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F4BE0D7-D563-4842-81ED-EDEBABF3BEFB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60119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468313" y="333375"/>
            <a:ext cx="8351837" cy="5471889"/>
          </a:xfrm>
        </p:spPr>
        <p:txBody>
          <a:bodyPr/>
          <a:lstStyle/>
          <a:p>
            <a:endParaRPr lang="es-AR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/>
          </p:nvPr>
        </p:nvSpPr>
        <p:spPr>
          <a:xfrm>
            <a:off x="468313" y="5949950"/>
            <a:ext cx="8351837" cy="719138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Roboto Condensed" pitchFamily="2" charset="0"/>
                <a:ea typeface="Roboto Condensed" pitchFamily="2" charset="0"/>
                <a:cs typeface="Roboto Condensed" pitchFamily="2" charset="0"/>
              </a:defRPr>
            </a:lvl1pPr>
          </a:lstStyle>
          <a:p>
            <a:pPr lvl="0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56543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835370-F854-40A0-8098-089CE28B5304}" type="datetimeFigureOut">
              <a:rPr lang="es-AR" smtClean="0"/>
              <a:t>21/05/2018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F4BE0D7-D563-4842-81ED-EDEBABF3BEFB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923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835370-F854-40A0-8098-089CE28B5304}" type="datetimeFigureOut">
              <a:rPr lang="es-AR" smtClean="0"/>
              <a:t>21/05/2018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F4BE0D7-D563-4842-81ED-EDEBABF3BEFB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9622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835370-F854-40A0-8098-089CE28B5304}" type="datetimeFigureOut">
              <a:rPr lang="es-AR" smtClean="0"/>
              <a:t>21/05/2018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F4BE0D7-D563-4842-81ED-EDEBABF3BEFB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8264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835370-F854-40A0-8098-089CE28B5304}" type="datetimeFigureOut">
              <a:rPr lang="es-AR" smtClean="0"/>
              <a:t>21/05/2018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F4BE0D7-D563-4842-81ED-EDEBABF3BEFB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5658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835370-F854-40A0-8098-089CE28B5304}" type="datetimeFigureOut">
              <a:rPr lang="es-AR" smtClean="0"/>
              <a:t>21/05/2018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F4BE0D7-D563-4842-81ED-EDEBABF3BEFB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64372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835370-F854-40A0-8098-089CE28B5304}" type="datetimeFigureOut">
              <a:rPr lang="es-AR" smtClean="0"/>
              <a:t>21/05/2018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F4BE0D7-D563-4842-81ED-EDEBABF3BEFB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35964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835370-F854-40A0-8098-089CE28B5304}" type="datetimeFigureOut">
              <a:rPr lang="es-AR" smtClean="0"/>
              <a:t>21/05/2018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F4BE0D7-D563-4842-81ED-EDEBABF3BEFB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75844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835370-F854-40A0-8098-089CE28B5304}" type="datetimeFigureOut">
              <a:rPr lang="es-AR" smtClean="0"/>
              <a:t>21/05/2018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F4BE0D7-D563-4842-81ED-EDEBABF3BEFB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2732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835370-F854-40A0-8098-089CE28B5304}" type="datetimeFigureOut">
              <a:rPr lang="es-AR" smtClean="0"/>
              <a:t>21/05/2018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F4BE0D7-D563-4842-81ED-EDEBABF3BEFB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5458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C835370-F854-40A0-8098-089CE28B5304}" type="datetimeFigureOut">
              <a:rPr lang="es-AR" smtClean="0"/>
              <a:t>21/05/2018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BF4BE0D7-D563-4842-81ED-EDEBABF3BEFB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139656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75199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s-A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68903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elio</dc:creator>
  <cp:lastModifiedBy>elio</cp:lastModifiedBy>
  <cp:revision>5</cp:revision>
  <dcterms:created xsi:type="dcterms:W3CDTF">2018-05-21T13:58:13Z</dcterms:created>
  <dcterms:modified xsi:type="dcterms:W3CDTF">2018-05-21T17:11:46Z</dcterms:modified>
</cp:coreProperties>
</file>